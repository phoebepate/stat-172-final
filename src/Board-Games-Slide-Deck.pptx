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Board Games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Kaitlyn Staut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an R Markdown presentation.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Bullet 1</a:t>
            </a:r>
          </a:p>
          <a:p>
            <a:pPr lvl="0"/>
            <a:r>
              <a:rPr/>
              <a:t>Bullet 2</a:t>
            </a:r>
          </a:p>
          <a:p>
            <a:pPr lvl="0"/>
            <a:r>
              <a:rPr/>
              <a:t>Bullet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R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with Plot</a:t>
            </a:r>
          </a:p>
        </p:txBody>
      </p:sp>
      <p:pic>
        <p:nvPicPr>
          <p:cNvPr descr="Board-Games-Slide-Deck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Games Presentation</dc:title>
  <dc:creator>Kaitlyn Staut</dc:creator>
  <cp:keywords/>
  <dcterms:created xsi:type="dcterms:W3CDTF">2025-12-03T18:38:56Z</dcterms:created>
  <dcterms:modified xsi:type="dcterms:W3CDTF">2025-12-03T18:38:56Z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2025-12-02</vt:lpwstr>
  </property>
  <property fmtid="{D5CDD505-2E9C-101B-9397-08002B2CF9AE}" pid="3" name="output">
    <vt:lpwstr>powerpoint_presentation</vt:lpwstr>
  </property>
</Properties>
</file>